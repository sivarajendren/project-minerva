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Building a Trusted &amp; Safe AI for Customer 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Protecting our customers, brand, and business while using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Safety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Customers trust us with their orders and personal data</a:t>
            </a:r>
          </a:p>
          <a:p>
            <a:pPr>
              <a:defRPr sz="2000"/>
            </a:pPr>
            <a:r>
              <a:t>Any mistake can damage brand reputation and customer loyalty</a:t>
            </a:r>
          </a:p>
          <a:p>
            <a:pPr>
              <a:defRPr sz="2000"/>
            </a:pPr>
            <a:r>
              <a:t>AI must be as safe, reliable, and compliant as human service — or safer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Safety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Transparency → Customers know they are talking to AI</a:t>
            </a:r>
          </a:p>
          <a:p>
            <a:pPr>
              <a:defRPr sz="2000"/>
            </a:pPr>
            <a:r>
              <a:t>Least Privilege → AI only does what it is explicitly allowed</a:t>
            </a:r>
          </a:p>
          <a:p>
            <a:pPr>
              <a:defRPr sz="2000"/>
            </a:pPr>
            <a:r>
              <a:t>Fail-Safe → When uncertain, escalate to a human</a:t>
            </a:r>
          </a:p>
          <a:p>
            <a:pPr>
              <a:defRPr sz="2000"/>
            </a:pPr>
            <a:r>
              <a:t>Data Protection → Personal data is always encrypted &amp; masked</a:t>
            </a:r>
          </a:p>
          <a:p>
            <a:pPr>
              <a:defRPr sz="2000"/>
            </a:pPr>
            <a:r>
              <a:t>Auditability → Every action is logged and reviewable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Guardrails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Policy Boundaries: AI can answer FAQs, check orders, provide ETAs</a:t>
            </a:r>
          </a:p>
          <a:p>
            <a:pPr>
              <a:defRPr sz="2000"/>
            </a:pPr>
            <a:r>
              <a:t>Escalation Rules: Complex or sensitive issues → human agent</a:t>
            </a:r>
          </a:p>
          <a:p>
            <a:pPr>
              <a:defRPr sz="2000"/>
            </a:pPr>
            <a:r>
              <a:t>Authentication &amp; Approvals: Step-up checks for refunds/changes</a:t>
            </a:r>
          </a:p>
          <a:p>
            <a:pPr>
              <a:defRPr sz="2000"/>
            </a:pPr>
            <a:r>
              <a:t>Redaction: AI never exposes full payment details or sensitive info</a:t>
            </a:r>
          </a:p>
          <a:p>
            <a:pPr>
              <a:defRPr sz="2000"/>
            </a:pPr>
            <a:r>
              <a:t>Content Safety: Filters block inappropriate or unsafe outputs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 (Safety Lens)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Wrong answer → Use only trusted company data, not open internet</a:t>
            </a:r>
          </a:p>
          <a:p>
            <a:pPr>
              <a:defRPr sz="2000"/>
            </a:pPr>
            <a:r>
              <a:t>Unauthorized action → AI needs customer verification &amp; approval gates</a:t>
            </a:r>
          </a:p>
          <a:p>
            <a:pPr>
              <a:defRPr sz="2000"/>
            </a:pPr>
            <a:r>
              <a:t>Data leak → Automatic masking &amp; encryption</a:t>
            </a:r>
          </a:p>
          <a:p>
            <a:pPr>
              <a:defRPr sz="2000"/>
            </a:pPr>
            <a:r>
              <a:t>Customer discomfort → AI is transparent &amp; always offers human option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Monitoring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Real-time monitoring: Spot anomalies before they escalate</a:t>
            </a:r>
          </a:p>
          <a:p>
            <a:pPr>
              <a:defRPr sz="2000"/>
            </a:pPr>
            <a:r>
              <a:t>Regular audits: Independent review of AI decisions</a:t>
            </a:r>
          </a:p>
          <a:p>
            <a:pPr>
              <a:defRPr sz="2000"/>
            </a:pPr>
            <a:r>
              <a:t>Human oversight: Specialists approve high-risk cases</a:t>
            </a:r>
          </a:p>
          <a:p>
            <a:pPr>
              <a:defRPr sz="2000"/>
            </a:pPr>
            <a:r>
              <a:t>Compliance alignment: Built with data privacy &amp; industry regulations</a:t>
            </a:r>
          </a:p>
          <a:p>
            <a:pPr>
              <a:defRPr sz="2000"/>
            </a:pPr>
            <a:r>
              <a:t>Red-team testing: Simulated attacks to expose weaknesses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 of Safety-First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Customer trust → Confidence to use AI without fear</a:t>
            </a:r>
          </a:p>
          <a:p>
            <a:pPr>
              <a:defRPr sz="2000"/>
            </a:pPr>
            <a:r>
              <a:t>Brand protection → Reduce reputational risk</a:t>
            </a:r>
          </a:p>
          <a:p>
            <a:pPr>
              <a:defRPr sz="2000"/>
            </a:pPr>
            <a:r>
              <a:t>Regulatory confidence → Lower risk of compliance breaches</a:t>
            </a:r>
          </a:p>
          <a:p>
            <a:pPr>
              <a:defRPr sz="2000"/>
            </a:pPr>
            <a:r>
              <a:t>Sustainable scaling → Safety is designed in from day 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to Trusted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Pilot with safe, read-only capabilities</a:t>
            </a:r>
          </a:p>
          <a:p>
            <a:pPr>
              <a:defRPr sz="2000"/>
            </a:pPr>
            <a:r>
              <a:t>Add low-risk actions with human approval</a:t>
            </a:r>
          </a:p>
          <a:p>
            <a:pPr>
              <a:defRPr sz="2000"/>
            </a:pPr>
            <a:r>
              <a:t>Expand once guardrails proven reliable</a:t>
            </a:r>
          </a:p>
          <a:p>
            <a:pPr>
              <a:defRPr sz="2000"/>
            </a:pPr>
            <a:r>
              <a:t>Ongoing monitoring and audits to maintain trust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Safe AI = Trusted AI</a:t>
            </a:r>
          </a:p>
          <a:p>
            <a:pPr>
              <a:defRPr sz="2000"/>
            </a:pPr>
            <a:r>
              <a:t>We succeed not by doing the most, but by doing the right things safely</a:t>
            </a:r>
          </a:p>
          <a:p>
            <a:pPr>
              <a:defRPr sz="2000"/>
            </a:pPr>
            <a:r>
              <a:t>Trust is earned, and safety is how we earn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